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Figtree Black" panose="020B0604020202020204" charset="0"/>
      <p:bold r:id="rId7"/>
      <p:boldItalic r:id="rId8"/>
    </p:embeddedFont>
    <p:embeddedFont>
      <p:font typeface="Hanken Grotesk" panose="020B0604020202020204" charset="0"/>
      <p:regular r:id="rId9"/>
      <p:bold r:id="rId10"/>
      <p:italic r:id="rId11"/>
      <p:boldItalic r:id="rId12"/>
    </p:embeddedFont>
    <p:embeddedFont>
      <p:font typeface="Lato" panose="020F050202020403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9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dd46dd1d67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dd46dd1d67_2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title" hasCustomPrompt="1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1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>
            <a:spLocks noGrp="1"/>
          </p:cNvSpPr>
          <p:nvPr>
            <p:ph type="pic" idx="2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3" name="Google Shape;143;p17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subTitle" idx="1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18"/>
          <p:cNvSpPr txBox="1">
            <a:spLocks noGrp="1"/>
          </p:cNvSpPr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1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1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2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ubTitle" idx="3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4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5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6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subTitle" idx="2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1"/>
          <p:cNvSpPr txBox="1">
            <a:spLocks noGrp="1"/>
          </p:cNvSpPr>
          <p:nvPr>
            <p:ph type="subTitle" idx="3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1"/>
          <p:cNvSpPr txBox="1">
            <a:spLocks noGrp="1"/>
          </p:cNvSpPr>
          <p:nvPr>
            <p:ph type="subTitle" idx="4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subTitle" idx="5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subTitle" idx="6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2" name="Google Shape;20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subTitle" idx="1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subTitle" idx="2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subTitle" idx="3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2"/>
          <p:cNvSpPr txBox="1">
            <a:spLocks noGrp="1"/>
          </p:cNvSpPr>
          <p:nvPr>
            <p:ph type="subTitle" idx="4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subTitle" idx="5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08" name="Google Shape;208;p22"/>
          <p:cNvSpPr txBox="1">
            <a:spLocks noGrp="1"/>
          </p:cNvSpPr>
          <p:nvPr>
            <p:ph type="subTitle" idx="6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09" name="Google Shape;209;p22"/>
          <p:cNvSpPr txBox="1">
            <a:spLocks noGrp="1"/>
          </p:cNvSpPr>
          <p:nvPr>
            <p:ph type="subTitle" idx="7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10" name="Google Shape;210;p22"/>
          <p:cNvSpPr txBox="1">
            <a:spLocks noGrp="1"/>
          </p:cNvSpPr>
          <p:nvPr>
            <p:ph type="subTitle" idx="8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2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4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8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7" name="Google Shape;237;p24"/>
          <p:cNvSpPr txBox="1">
            <a:spLocks noGrp="1"/>
          </p:cNvSpPr>
          <p:nvPr>
            <p:ph type="title" hasCustomPrompt="1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>
            <a:spLocks noGrp="1"/>
          </p:cNvSpPr>
          <p:nvPr>
            <p:ph type="subTitle" idx="1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4"/>
          <p:cNvSpPr txBox="1">
            <a:spLocks noGrp="1"/>
          </p:cNvSpPr>
          <p:nvPr>
            <p:ph type="title" idx="2" hasCustomPrompt="1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>
            <a:spLocks noGrp="1"/>
          </p:cNvSpPr>
          <p:nvPr>
            <p:ph type="subTitle" idx="3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24"/>
          <p:cNvSpPr txBox="1">
            <a:spLocks noGrp="1"/>
          </p:cNvSpPr>
          <p:nvPr>
            <p:ph type="title" idx="4" hasCustomPrompt="1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>
            <a:spLocks noGrp="1"/>
          </p:cNvSpPr>
          <p:nvPr>
            <p:ph type="subTitle" idx="5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6" name="Google Shape;256;p26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7"/>
          <p:cNvSpPr txBox="1">
            <a:spLocks noGrp="1"/>
          </p:cNvSpPr>
          <p:nvPr>
            <p:ph type="subTitle" idx="1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>
            <a:spLocks noGrp="1"/>
          </p:cNvSpPr>
          <p:nvPr>
            <p:ph type="ctrTitle"/>
          </p:nvPr>
        </p:nvSpPr>
        <p:spPr>
          <a:xfrm>
            <a:off x="1370100" y="1875450"/>
            <a:ext cx="64038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License Plate Recognition </a:t>
            </a:r>
            <a:br>
              <a:rPr lang="en" dirty="0"/>
            </a:br>
            <a:endParaRPr dirty="0"/>
          </a:p>
        </p:txBody>
      </p:sp>
      <p:sp>
        <p:nvSpPr>
          <p:cNvPr id="284" name="Google Shape;284;p30"/>
          <p:cNvSpPr txBox="1">
            <a:spLocks noGrp="1"/>
          </p:cNvSpPr>
          <p:nvPr>
            <p:ph type="subTitle" idx="1"/>
          </p:nvPr>
        </p:nvSpPr>
        <p:spPr>
          <a:xfrm>
            <a:off x="2773697" y="2571750"/>
            <a:ext cx="3294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BCSE355L AWS Solutions Architect</a:t>
            </a:r>
            <a:endParaRPr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>
            <a:spLocks noGrp="1"/>
          </p:cNvSpPr>
          <p:nvPr>
            <p:ph type="title"/>
          </p:nvPr>
        </p:nvSpPr>
        <p:spPr>
          <a:xfrm>
            <a:off x="3360213" y="1314300"/>
            <a:ext cx="2977500" cy="15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</a:t>
            </a:r>
            <a:endParaRPr/>
          </a:p>
        </p:txBody>
      </p:sp>
      <p:sp>
        <p:nvSpPr>
          <p:cNvPr id="292" name="Google Shape;292;p31"/>
          <p:cNvSpPr txBox="1">
            <a:spLocks noGrp="1"/>
          </p:cNvSpPr>
          <p:nvPr>
            <p:ph type="subTitle" idx="1"/>
          </p:nvPr>
        </p:nvSpPr>
        <p:spPr>
          <a:xfrm>
            <a:off x="462259" y="1794642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S3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DynamoDB</a:t>
            </a:r>
            <a:endParaRPr/>
          </a:p>
        </p:txBody>
      </p:sp>
      <p:sp>
        <p:nvSpPr>
          <p:cNvPr id="293" name="Google Shape;293;p31"/>
          <p:cNvSpPr txBox="1">
            <a:spLocks noGrp="1"/>
          </p:cNvSpPr>
          <p:nvPr>
            <p:ph type="subTitle" idx="2"/>
          </p:nvPr>
        </p:nvSpPr>
        <p:spPr>
          <a:xfrm>
            <a:off x="5781400" y="1761225"/>
            <a:ext cx="2740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Lambda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IAM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API Gateway</a:t>
            </a:r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ubTitle" idx="13"/>
          </p:nvPr>
        </p:nvSpPr>
        <p:spPr>
          <a:xfrm>
            <a:off x="543059" y="37175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</a:t>
            </a:r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subTitle" idx="8"/>
          </p:nvPr>
        </p:nvSpPr>
        <p:spPr>
          <a:xfrm>
            <a:off x="6050050" y="1430663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subTitle" idx="7"/>
          </p:nvPr>
        </p:nvSpPr>
        <p:spPr>
          <a:xfrm>
            <a:off x="460459" y="1529188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</a:t>
            </a:r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3"/>
          </p:nvPr>
        </p:nvSpPr>
        <p:spPr>
          <a:xfrm>
            <a:off x="622109" y="4028500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Rekognition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4"/>
          </p:nvPr>
        </p:nvSpPr>
        <p:spPr>
          <a:xfrm>
            <a:off x="3360225" y="4508100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Amplify</a:t>
            </a:r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6"/>
          </p:nvPr>
        </p:nvSpPr>
        <p:spPr>
          <a:xfrm>
            <a:off x="6322291" y="4228700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Amazon CloudWatch</a:t>
            </a:r>
            <a:endParaRPr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14"/>
          </p:nvPr>
        </p:nvSpPr>
        <p:spPr>
          <a:xfrm>
            <a:off x="3244650" y="4091200"/>
            <a:ext cx="2203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15"/>
          </p:nvPr>
        </p:nvSpPr>
        <p:spPr>
          <a:xfrm>
            <a:off x="6318691" y="3851851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</a:t>
            </a:r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54" y="645036"/>
            <a:ext cx="892596" cy="8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850" y="647975"/>
            <a:ext cx="892600" cy="87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2521" y="2845362"/>
            <a:ext cx="892600" cy="872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9949" y="3237688"/>
            <a:ext cx="892600" cy="86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53547" y="614359"/>
            <a:ext cx="892600" cy="878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59825" y="621550"/>
            <a:ext cx="892600" cy="864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59813" y="2913537"/>
            <a:ext cx="892600" cy="86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47287" y="628750"/>
            <a:ext cx="864275" cy="8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xfrm>
            <a:off x="578400" y="367275"/>
            <a:ext cx="6784200" cy="6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Diagram</a:t>
            </a:r>
            <a:endParaRPr/>
          </a:p>
        </p:txBody>
      </p:sp>
      <p:pic>
        <p:nvPicPr>
          <p:cNvPr id="315" name="Google Shape;3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175" y="933550"/>
            <a:ext cx="7423650" cy="39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0" name="Google Shape;320;p33"/>
          <p:cNvCxnSpPr>
            <a:stCxn id="321" idx="1"/>
          </p:cNvCxnSpPr>
          <p:nvPr/>
        </p:nvCxnSpPr>
        <p:spPr>
          <a:xfrm rot="10800000">
            <a:off x="-167825" y="3160425"/>
            <a:ext cx="6304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33"/>
          <p:cNvCxnSpPr>
            <a:stCxn id="323" idx="3"/>
          </p:cNvCxnSpPr>
          <p:nvPr/>
        </p:nvCxnSpPr>
        <p:spPr>
          <a:xfrm>
            <a:off x="1285275" y="1502500"/>
            <a:ext cx="8009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in Architecture Diagram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 Lambda Function</a:t>
            </a:r>
            <a:endParaRPr sz="1600"/>
          </a:p>
        </p:txBody>
      </p:sp>
      <p:sp>
        <p:nvSpPr>
          <p:cNvPr id="326" name="Google Shape;326;p3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gets uploaded to S3 bucket</a:t>
            </a:r>
            <a:endParaRPr/>
          </a:p>
        </p:txBody>
      </p:sp>
      <p:sp>
        <p:nvSpPr>
          <p:cNvPr id="327" name="Google Shape;327;p3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Defines the data flow to and from S3 bucket, Rekognition module &amp; table</a:t>
            </a:r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Extracted from Image </a:t>
            </a:r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title" idx="5"/>
          </p:nvPr>
        </p:nvSpPr>
        <p:spPr>
          <a:xfrm>
            <a:off x="9195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6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title" idx="7"/>
          </p:nvPr>
        </p:nvSpPr>
        <p:spPr>
          <a:xfrm>
            <a:off x="919575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8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Deploys and hosts  the user interface</a:t>
            </a:r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Extracted information stored in a table</a:t>
            </a:r>
            <a:endParaRPr/>
          </a:p>
        </p:txBody>
      </p:sp>
      <p:sp>
        <p:nvSpPr>
          <p:cNvPr id="321" name="Google Shape;321;p33"/>
          <p:cNvSpPr txBox="1">
            <a:spLocks noGrp="1"/>
          </p:cNvSpPr>
          <p:nvPr>
            <p:ph type="title" idx="14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15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S3</a:t>
            </a:r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Lambda, IAM </a:t>
            </a:r>
            <a:endParaRPr/>
          </a:p>
        </p:txBody>
      </p:sp>
      <p:sp>
        <p:nvSpPr>
          <p:cNvPr id="337" name="Google Shape;337;p3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Gateway</a:t>
            </a:r>
            <a:endParaRPr/>
          </a:p>
        </p:txBody>
      </p:sp>
      <p:sp>
        <p:nvSpPr>
          <p:cNvPr id="338" name="Google Shape;338;p3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Rekognition</a:t>
            </a:r>
            <a:endParaRPr/>
          </a:p>
        </p:txBody>
      </p:sp>
      <p:sp>
        <p:nvSpPr>
          <p:cNvPr id="339" name="Google Shape;339;p3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Amplify</a:t>
            </a:r>
            <a:endParaRPr/>
          </a:p>
        </p:txBody>
      </p:sp>
      <p:sp>
        <p:nvSpPr>
          <p:cNvPr id="340" name="Google Shape;340;p3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DynamoDB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712afef-9f4e-4511-a60c-36df6704e051}" enabled="1" method="Standard" siteId="{4e9dbbfb-394a-4583-8810-53f81f819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On-screen Show (16:9)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Figtree Black</vt:lpstr>
      <vt:lpstr>Hanken Grotesk</vt:lpstr>
      <vt:lpstr>Nunito Light</vt:lpstr>
      <vt:lpstr>Arial</vt:lpstr>
      <vt:lpstr>Lato</vt:lpstr>
      <vt:lpstr>Elegant Black &amp; White Thesis Defense by Slidesgo</vt:lpstr>
      <vt:lpstr> License Plate Recognition  </vt:lpstr>
      <vt:lpstr>AWS  Services  used</vt:lpstr>
      <vt:lpstr>System Architecture Diagram</vt:lpstr>
      <vt:lpstr>Data flow in Architecture Diagram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Aliza, Shireen (Contractor)</cp:lastModifiedBy>
  <cp:revision>1</cp:revision>
  <dcterms:modified xsi:type="dcterms:W3CDTF">2026-10-01T07:34:12Z</dcterms:modified>
</cp:coreProperties>
</file>